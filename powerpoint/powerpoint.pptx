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4408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ECSE 428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51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Assignment A: cdc TDD Steps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Yanni Klironomos, 261233238</a:t>
            </a:r>
            <a:endParaRPr lang="en-US" sz="2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Mahad Haider, 261239090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McGill University, Software Engineering in Practice</a:t>
            </a: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B3E759-537B-8D4F-563C-2C9FBB0E4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809" y="3132778"/>
            <a:ext cx="3769025" cy="25126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922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Tests implemented (in order of development)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47120" cy="5184648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#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 ID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Command-line syntax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Expected output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Written by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T-PUSH-REAL1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push 5 pop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 + j0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Yanni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T-POP-ERR1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pop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Error: stack underflow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Yanni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T-ADD-REAL1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push 2 push 5 add pop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 + j0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Yanni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T-ADD-ERR1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push 3 add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Error: stack underflow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Yanni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T-SUB-REAL1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push 5 push 2 sub pop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 + j0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Yanni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T-SUB-ERR1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sub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Error: stack underflow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Yanni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T-MUL-REAL1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push 3 push -2 mul pop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-6 + j0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Yanni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T-MUL-ERR1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mul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Error: stack underflow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Yanni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T-DIV-REAL1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push 8 push 2 div pop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 + j0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Yanni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T-DIV-ERR1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push 1 push 0 div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Error: division by zero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Yanni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T-PUSH-CPLX1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push -2.5-j0.25 pop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-2.5 - j0.25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Mahad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T-PUSH-CPLX2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push 3 + j 4 pop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 + j4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Mahad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T-ADD-CPLX1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push 3+j4 push 1-j2 add pop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 + j2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Mahad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T-SUB-CPLX1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push 3+j4 push 1-j2 sub pop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 + j6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Mahad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T-MUL-CPLX1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push 1+j2 push 3-j4 mul pop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 + j2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Mahad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T-DIV-CPLX1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push 4+j2 push 1+j1 div pop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3 - j1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Mahad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17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T-DIV-ERR2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push 1+j0 push 0+j0 div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Error: division by zero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Mahad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T-DEL-REAL1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push 1 push 2 delete pop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 + j0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Mahad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19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T-DEL-CPLX1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push 1+j1 push 2+j3 delete pop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 + j1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Mahad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T-DEL-ERR1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delete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Error: stack underflow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Mahad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922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ID: T-PUSH-REAL1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41832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Statement of unit test: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Verify that pushing a real number onto the stack and popping it returns the same number.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Command: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push 5 pop      </a:t>
            </a: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results: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+ j0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Screen capture of unit test code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39696"/>
            <a:ext cx="5486400" cy="161457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Unit test code for T-PUSH-REA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435" y="2249424"/>
            <a:ext cx="4675931" cy="139511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88228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Screen capture demonstrating unit test failing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4193178"/>
            <a:ext cx="5486400" cy="89617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Failing test run for T-PUSH-REAL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435" y="4302906"/>
            <a:ext cx="4675931" cy="6767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" y="5217367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Screen capture demonstrating unit test passing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5528263"/>
            <a:ext cx="5486400" cy="698801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assing test run for T-PUSH-REAL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528" y="5637991"/>
            <a:ext cx="4151744" cy="47934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63640" y="182880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Screen capture of code changes highlighted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63640" y="2139696"/>
            <a:ext cx="5440680" cy="867973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Code changes for T-PUSH-REAL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2249424"/>
            <a:ext cx="5221224" cy="64851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63640" y="3135685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All previous unit tests still pass after code changes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263640" y="3446581"/>
            <a:ext cx="5440680" cy="585216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 txBox="1"/>
          <p:nvPr/>
        </p:nvSpPr>
        <p:spPr>
          <a:xfrm>
            <a:off x="6373368" y="3556309"/>
            <a:ext cx="5221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N/A: no prior tests since this is the 1st test and it passes, as required.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922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ID: T-POP-ERR1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41832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Statement of unit test: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Verify that popping from an empty stack produces a stack underflow error.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Command: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pop      </a:t>
            </a: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results: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Error: stack underflow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Screen capture of unit test code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39696"/>
            <a:ext cx="5486400" cy="926435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Unit test code for T-POP-ERR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932" y="2249424"/>
            <a:ext cx="4580936" cy="70697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194147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Screen capture demonstrating unit test failing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3505043"/>
            <a:ext cx="5486400" cy="1700087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Failing test run for T-POP-ERR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932" y="3614771"/>
            <a:ext cx="4580936" cy="148063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" y="533314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Screen capture demonstrating unit test passing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5644042"/>
            <a:ext cx="5486400" cy="583022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assing test run for T-POP-ERR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741" y="5753770"/>
            <a:ext cx="3855318" cy="36356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63640" y="182880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Screen capture of code changes highlighted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63640" y="2139696"/>
            <a:ext cx="5440680" cy="960129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Code changes for T-POP-ERR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2249424"/>
            <a:ext cx="5221224" cy="74067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63640" y="3227841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All previous unit tests still pass after code changes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263640" y="3538737"/>
            <a:ext cx="5440680" cy="81925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All previous tests passing after T-POP-ERR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368" y="3648465"/>
            <a:ext cx="5221224" cy="5997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922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ID: T-ADD-REAL1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41832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Statement of unit test: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Verify that adding two real numbers (2 and 5) returns the correct result.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Command: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push 2 push 5 add pop      </a:t>
            </a: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results: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+ j0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Screen capture of unit test code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39696"/>
            <a:ext cx="5486400" cy="702312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Unit test code for T-ADD-REA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16" y="2249424"/>
            <a:ext cx="5127167" cy="4828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97002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Screen capture demonstrating unit test failing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3280920"/>
            <a:ext cx="5486400" cy="1957155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Failing test run for T-ADD-REAL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16" y="3390648"/>
            <a:ext cx="5127167" cy="173769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" y="5366091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Screen capture demonstrating unit test passing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5676987"/>
            <a:ext cx="5486400" cy="550077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assing test run for T-ADD-REAL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7539" y="5786715"/>
            <a:ext cx="3865721" cy="33062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63640" y="182880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Screen capture of code changes highlighted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63640" y="2139696"/>
            <a:ext cx="5440680" cy="2802563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Code changes for T-ADD-REAL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7488" y="2249424"/>
            <a:ext cx="4472983" cy="258310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63640" y="5070275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All previous unit tests still pass after code changes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263640" y="5381171"/>
            <a:ext cx="5440680" cy="845893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All previous tests passing after T-ADD-REAL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7488" y="5490899"/>
            <a:ext cx="4472983" cy="6264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922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ID: T-ADD-ERR1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41832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Statement of unit test: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Verify that adding numbers when the stack contains fewer than two operands produces a stack underflow error.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Command: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push 3 add      </a:t>
            </a: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results: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Error: stack underflow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Screen capture of unit test code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39696"/>
            <a:ext cx="5486400" cy="75024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Unit test code for T-ADD-ERR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13" y="2249424"/>
            <a:ext cx="4386774" cy="5307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01795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Screen capture demonstrating unit test failing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3328848"/>
            <a:ext cx="5486400" cy="1971477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Failing test run for T-ADD-ERR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013" y="3438576"/>
            <a:ext cx="4386774" cy="1752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" y="5428341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Screen capture demonstrating unit test passing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5739237"/>
            <a:ext cx="5486400" cy="487827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assing test run for T-ADD-ERR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353" y="5848965"/>
            <a:ext cx="4098094" cy="26837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63640" y="182880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Screen capture of code changes highlighted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63640" y="2139696"/>
            <a:ext cx="5440680" cy="124839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Code changes for T-ADD-ERR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2249424"/>
            <a:ext cx="5221224" cy="10289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63640" y="3516106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All previous unit tests still pass after code changes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263640" y="3827002"/>
            <a:ext cx="5440680" cy="164225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All previous tests passing after T-ADD-ERR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368" y="3936730"/>
            <a:ext cx="5221224" cy="14227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922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ID: T-SUB-REAL1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41832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Statement of unit test: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Verify that subtracting 2 from 5 returns the correct result.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Command: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push 5 push 2 sub pop      </a:t>
            </a: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results: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+ j0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Screen capture of unit test code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39696"/>
            <a:ext cx="5486400" cy="762659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Unit test code for T-SUB-REA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956" y="2249424"/>
            <a:ext cx="4292888" cy="54320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030371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Screen capture demonstrating unit test failing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3341267"/>
            <a:ext cx="5486400" cy="1943508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Failing test run for T-SUB-REAL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956" y="3450995"/>
            <a:ext cx="4292888" cy="17240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" y="5412791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Screen capture demonstrating unit test passing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5723687"/>
            <a:ext cx="5486400" cy="503377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assing test run for T-SUB-REAL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5598" y="5833415"/>
            <a:ext cx="3229603" cy="28392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63640" y="182880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Screen capture of code changes highlighted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63640" y="2139696"/>
            <a:ext cx="5440680" cy="2568263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Code changes for T-SUB-REAL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9889" y="2249424"/>
            <a:ext cx="3468181" cy="234880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63640" y="4835975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All previous unit tests still pass after code changes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263640" y="5146871"/>
            <a:ext cx="5440680" cy="1080193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All previous tests passing after T-SUB-REAL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9889" y="5256599"/>
            <a:ext cx="3468181" cy="8607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922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ID: T-SUB-ERR1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41832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Statement of unit test: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Verify that subtracting when the stack contains fewer than two operands produces a stack underflow error.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Command: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      </a:t>
            </a: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results: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Error: stack underflow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Screen capture of unit test code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39696"/>
            <a:ext cx="5486400" cy="705677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Unit test code for T-SUB-ERR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178" y="2249424"/>
            <a:ext cx="3572445" cy="48622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973389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Screen capture demonstrating unit test failing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3284285"/>
            <a:ext cx="5486400" cy="1941815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Failing test run for T-SUB-ERR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178" y="3394013"/>
            <a:ext cx="3572445" cy="172235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" y="535411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Screen capture demonstrating unit test passing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5665012"/>
            <a:ext cx="5486400" cy="562052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assing test run for T-SUB-ERR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6283" y="5774740"/>
            <a:ext cx="3408235" cy="3425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63640" y="182880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Screen capture of code changes highlighted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63640" y="2139696"/>
            <a:ext cx="5440680" cy="984733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Code changes for T-SUB-ERR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2249424"/>
            <a:ext cx="5221224" cy="76527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63640" y="3252445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All previous unit tests still pass after code changes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263640" y="3563341"/>
            <a:ext cx="5440680" cy="1245959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All previous tests passing after T-SUB-ERR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368" y="3673069"/>
            <a:ext cx="5221224" cy="10265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922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ID: T-MUL-REAL1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41832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Statement of unit test: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Verify that multiplying 3 by -2 returns the correct result.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Command: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push 3 push -2 mul pop      </a:t>
            </a: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results: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-6 + j0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Screen capture of unit test code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39696"/>
            <a:ext cx="5486400" cy="813157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Unit test code for T-MUL-REA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378" y="2249424"/>
            <a:ext cx="4078045" cy="59370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080869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Screen capture demonstrating unit test failing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3391765"/>
            <a:ext cx="5486400" cy="184653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Failing test run for T-MUL-REAL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378" y="3501493"/>
            <a:ext cx="4078045" cy="162707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" y="5366315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Screen capture demonstrating unit test passing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5677211"/>
            <a:ext cx="5486400" cy="549853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assing test run for T-MUL-REAL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5614" y="5786939"/>
            <a:ext cx="3209572" cy="33039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63640" y="182880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Screen capture of code changes highlighted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63640" y="2139696"/>
            <a:ext cx="5440680" cy="1334268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Code changes for T-MUL-REAL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2249424"/>
            <a:ext cx="5221224" cy="111481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63640" y="360198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All previous unit tests still pass after code changes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263640" y="3912876"/>
            <a:ext cx="5440680" cy="1160217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All previous tests passing after T-MUL-REAL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368" y="4022604"/>
            <a:ext cx="5221224" cy="9407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922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ID: T-MUL-ERR1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41832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Statement of unit test: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Verify that multiplying when the stack contains fewer than two operands produces a stack underflow error.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Command: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      </a:t>
            </a: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results: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Error: stack underflow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Screen capture of unit test code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39696"/>
            <a:ext cx="5486400" cy="808496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Unit test code for T-MUL-ERR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733" y="2249424"/>
            <a:ext cx="3523335" cy="589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0762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Screen capture demonstrating unit test failing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3387104"/>
            <a:ext cx="5486400" cy="1948567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Failing test run for T-MUL-ERR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8733" y="3496832"/>
            <a:ext cx="3523335" cy="172911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" y="5463687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Screen capture demonstrating unit test passing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5774583"/>
            <a:ext cx="5486400" cy="452481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assing test run for T-MUL-ERR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9616" y="5884311"/>
            <a:ext cx="3221567" cy="23302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63640" y="182880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Screen capture of code changes highlighted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63640" y="2139696"/>
            <a:ext cx="5440680" cy="971118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Code changes for T-MUL-ERR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2249424"/>
            <a:ext cx="5221224" cy="75166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63640" y="323883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All previous unit tests still pass after code changes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263640" y="3549726"/>
            <a:ext cx="5440680" cy="1330355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All previous tests passing after T-MUL-ERR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368" y="3659454"/>
            <a:ext cx="5221224" cy="11108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922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ID: T-DIV-REAL1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41832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Statement of unit test: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Verify that dividing 8 by 2 returns the correct result.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Command: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push 8 push 2 div pop      </a:t>
            </a: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results: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+ j0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Screen capture of unit test code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39696"/>
            <a:ext cx="5486400" cy="896816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Unit test code for T-DIV-REA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917" y="2249424"/>
            <a:ext cx="4418966" cy="6773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1645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Screen capture demonstrating unit test failing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3475424"/>
            <a:ext cx="5486400" cy="1837545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Failing test run for T-DIV-REAL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917" y="3585152"/>
            <a:ext cx="4418966" cy="161808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" y="5440985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Screen capture demonstrating unit test passing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5751881"/>
            <a:ext cx="5486400" cy="475183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assing test run for T-DIV-REAL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1826" y="5861609"/>
            <a:ext cx="3317147" cy="25572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63640" y="182880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Screen capture of code changes highlighted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63640" y="2139696"/>
            <a:ext cx="5440680" cy="1159151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Code changes for T-DIV-REAL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9545" y="2249424"/>
            <a:ext cx="4628870" cy="93969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63640" y="3426863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All previous unit tests still pass after code changes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263640" y="3737759"/>
            <a:ext cx="5440680" cy="2489305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All previous tests passing after T-DIV-REAL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3102" y="3847487"/>
            <a:ext cx="4261757" cy="22698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922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ID: T-DIV-ERR1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41832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Statement of unit test: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Verify that dividing a real number by zero produces a division-by-zero error.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Command: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push 1 push 0 div      </a:t>
            </a: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results: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Error: division by zero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Screen capture of unit test code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39696"/>
            <a:ext cx="5486400" cy="613442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Unit test code for T-DIV-ERR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023" y="2249424"/>
            <a:ext cx="4056754" cy="39398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88115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Screen capture demonstrating unit test failing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3192050"/>
            <a:ext cx="5486400" cy="211505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Failing test run for T-DIV-ERR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023" y="3301778"/>
            <a:ext cx="4056754" cy="189559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" y="543511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Screen capture demonstrating unit test passing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5746012"/>
            <a:ext cx="5486400" cy="481052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assing test run for T-DIV-ERR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6793" y="5855740"/>
            <a:ext cx="3367213" cy="2615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63640" y="182880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Screen capture of code changes highlighted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63640" y="2139696"/>
            <a:ext cx="5440680" cy="1008542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Code changes for T-DIV-ERR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8159" y="2249424"/>
            <a:ext cx="4711642" cy="78908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63640" y="3276254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All previous unit tests still pass after code changes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263640" y="3587150"/>
            <a:ext cx="5440680" cy="263991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All previous tests passing after T-DIV-ERR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9281" y="3696878"/>
            <a:ext cx="4369399" cy="242045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922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ID: T-PUSH-CPLX1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41832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Statement of unit test: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Verify that pushing a compact complex number onto the stack and popping it returns the formatted complex number.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Command: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push -2.5-j0.25 pop      </a:t>
            </a: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results: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-2.5 - j0.25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Screen capture of unit test code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39696"/>
            <a:ext cx="5486400" cy="670246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Unit test code for T-PUSH-CPLX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329" y="2249424"/>
            <a:ext cx="4776143" cy="45079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93795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Screen capture demonstrating unit test failing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3248854"/>
            <a:ext cx="5486400" cy="2117399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Failing test run for T-PUSH-CPLX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329" y="3358582"/>
            <a:ext cx="4776143" cy="189794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" y="549427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Screen capture demonstrating unit test passing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5805166"/>
            <a:ext cx="5486400" cy="421898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assing test run for T-PUSH-CPLX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329" y="5914894"/>
            <a:ext cx="4776143" cy="2024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63640" y="182880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Screen capture of code changes highlighted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63640" y="2139696"/>
            <a:ext cx="5440680" cy="89988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Code changes for T-PUSH-CPLX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8432" y="2249424"/>
            <a:ext cx="3171097" cy="68042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63640" y="3167596"/>
            <a:ext cx="5440680" cy="872542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4" descr="Code changes for T-PUSH-CPLX1 (continued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8432" y="3277324"/>
            <a:ext cx="3171097" cy="65308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263640" y="4168154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All previous unit tests still pass after code changes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6263640" y="4479050"/>
            <a:ext cx="5440680" cy="174801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5" descr="All previous tests passing after T-PUSH-CPLX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5915" y="4588778"/>
            <a:ext cx="2856129" cy="15285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922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ID: T-PUSH-CPLX2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41832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Statement of unit test: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Verify that pushing a spaced complex number parses correctly and ignores the spaces.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Command: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push 3 + j 4 pop      </a:t>
            </a: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results: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+ j4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Screen capture of unit test code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39696"/>
            <a:ext cx="5486400" cy="706378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Unit test code for T-PUSH-CPLX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20" y="2249424"/>
            <a:ext cx="5262761" cy="48692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97409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Screen capture demonstrating unit test failing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3284986"/>
            <a:ext cx="5486400" cy="2004046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Failing test run for T-PUSH-CPLX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020" y="3394714"/>
            <a:ext cx="5262761" cy="17845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" y="5417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Screen capture demonstrating unit test passing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5727944"/>
            <a:ext cx="5486400" cy="49912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assing test run for T-PUSH-CPLX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020" y="5837672"/>
            <a:ext cx="5262761" cy="27966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63640" y="182880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Screen capture of code changes highlighted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63640" y="2139696"/>
            <a:ext cx="5440680" cy="1563951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Code changes for T-PUSH-CPLX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4796" y="2249424"/>
            <a:ext cx="3718368" cy="134449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63640" y="3831663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All previous unit tests still pass after code changes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263640" y="4142559"/>
            <a:ext cx="5440680" cy="2084505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All previous tests passing after T-PUSH-CPLX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4796" y="4252287"/>
            <a:ext cx="3718368" cy="18650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922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Note: tests that passed on the first run due to Python’s native support of complex types 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356616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1371600"/>
            <a:ext cx="10698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six tests passed the first time we ran them: T-ADD-CPLX1, T-SUB-CPLX1, T-MUL-CPLX1, T-DIV-CPLX1, T-DIV-ERR2 and T-DEL-CPLX1.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Once push could handle complex numbers, add, sub, mul and div already worked on them, since Python’s operators work on complex values. The b == 0 check in div also catches 0+0j, and delete just pops whatever is on top. Thus, no code had to change for these, and there was no failing run to screenshot. That is why step 2 says N/A on these slides.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kept the tests in the suite anyway so complex numbers are covered in the final regression run.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922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ID: T-ADD-CPLX1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41832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Statement of unit test: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Verify that adding two complex numbers returns the correct complex sum.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Command: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push 3+j4 push 1-j2 add pop      </a:t>
            </a: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results: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+ j2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Screen capture of unit test code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39696"/>
            <a:ext cx="5486400" cy="633452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Unit test code for T-ADD-CPLX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49424"/>
            <a:ext cx="5266944" cy="4139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90116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Screen capture demonstrating unit test failing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3212060"/>
            <a:ext cx="5486400" cy="768096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66928" y="3321788"/>
            <a:ext cx="5266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N/A. Passed on the first run, so there was no failing run (see the note on slide 15).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10817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Screen capture demonstrating unit test passing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7200" y="4419068"/>
            <a:ext cx="5486400" cy="43717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assing test run for T-ADD-CPLX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217" y="4528796"/>
            <a:ext cx="4232366" cy="21771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263640" y="182880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Code changes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263640" y="2139696"/>
            <a:ext cx="5440680" cy="931968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6373368" y="2249424"/>
            <a:ext cx="5221224" cy="712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None required. Python natively handles addition for complex types, so the existing stack.append(a + b) works instantly.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263640" y="319968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All previous unit tests still pass after code changes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6263640" y="3510576"/>
            <a:ext cx="5440680" cy="2716488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All previous tests passing after T-ADD-CPLX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3735" y="3620304"/>
            <a:ext cx="4520490" cy="249703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922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ID: T-SUB-CPLX1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41832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Statement of unit test: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Verify that subtracting two complex numbers returns the correct complex difference.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Command: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push 3+j4 push 1-j2 sub pop      </a:t>
            </a: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results: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+ j6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Screen capture of unit test code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39696"/>
            <a:ext cx="5486400" cy="615337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Unit test code for T-SUB-CPLX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49424"/>
            <a:ext cx="5266944" cy="39588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883049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Screen capture demonstrating unit test failing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3193945"/>
            <a:ext cx="5486400" cy="768096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66928" y="3303673"/>
            <a:ext cx="5266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N/A. Passed on the first run, so there was no failing run (see the note on slide 15).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090057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Screen capture demonstrating unit test passing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7200" y="4400953"/>
            <a:ext cx="5486400" cy="515547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assing test run for T-SUB-CPLX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510681"/>
            <a:ext cx="4206240" cy="29609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263640" y="182880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Code changes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263640" y="2139696"/>
            <a:ext cx="5440680" cy="895805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6373368" y="2249424"/>
            <a:ext cx="5221224" cy="676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None required. The existing stack.append(a - b) natively supports complex types.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263640" y="3163517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All previous unit tests still pass after code changes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6263640" y="3474413"/>
            <a:ext cx="5440680" cy="2752651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All previous tests passing after T-SUB-CPLX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8451" y="3584141"/>
            <a:ext cx="4291059" cy="25331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922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ID: T-MUL-CPLX1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41832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Statement of unit test: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Verify that multiplying two complex numbers returns the correct complex product.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Command: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push 1+j2 push 3-j4 mul pop      </a:t>
            </a: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results: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 + j2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Screen capture of unit test code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39696"/>
            <a:ext cx="5486400" cy="592037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Unit test code for T-MUL-CPLX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49424"/>
            <a:ext cx="5266944" cy="37258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859749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Screen capture demonstrating unit test failing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3170645"/>
            <a:ext cx="5486400" cy="768096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66928" y="3280373"/>
            <a:ext cx="5266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N/A. Passed on the first run, so there was no failing run (see the note on slide 15).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066757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Screen capture demonstrating unit test passing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7200" y="4377653"/>
            <a:ext cx="5486400" cy="532965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assing test run for T-MUL-CPLX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487381"/>
            <a:ext cx="4206240" cy="313509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263640" y="182880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Code changes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263640" y="2139696"/>
            <a:ext cx="5440680" cy="85959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6373368" y="2249424"/>
            <a:ext cx="5221224" cy="640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None required. Python’s a * b handles this natively.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263640" y="3127306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All previous unit tests still pass after code changes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6263640" y="3438202"/>
            <a:ext cx="5440680" cy="2788862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All previous tests passing after T-MUL-CPLX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320" y="3547930"/>
            <a:ext cx="4061319" cy="256940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922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ID: T-DIV-CPLX1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41832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Statement of unit test: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Verify that dividing two complex numbers returns the correct complex quotient.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Command: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push 4+j2 push 1+j1 div pop      </a:t>
            </a: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results: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3 - j1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Screen capture of unit test code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39696"/>
            <a:ext cx="5486400" cy="617176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Unit test code for T-DIV-CPLX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49424"/>
            <a:ext cx="5266944" cy="3977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88488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Screen capture demonstrating unit test failing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3195784"/>
            <a:ext cx="5486400" cy="768096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66928" y="3305512"/>
            <a:ext cx="5266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N/A. Passed on the first run, so there was no failing run (see the note on slide 15).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09189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Screen capture demonstrating unit test passing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7200" y="4402792"/>
            <a:ext cx="5486400" cy="480713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assing test run for T-DIV-CPLX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512520"/>
            <a:ext cx="4206240" cy="26125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263640" y="182880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Code changes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263640" y="2139696"/>
            <a:ext cx="5440680" cy="81381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6373368" y="2249424"/>
            <a:ext cx="5221224" cy="59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None required. Python’s a / b handles this natively.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263640" y="3081526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All previous unit tests still pass after code changes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6263640" y="3392422"/>
            <a:ext cx="5440680" cy="2834642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All previous tests passing after T-DIV-CPLX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8544" y="3502150"/>
            <a:ext cx="3770872" cy="261518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922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ID: T-DIV-ERR2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41832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Statement of unit test: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Verify that dividing a complex number by zero produces a division-by-zero error.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Command: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push 1+j0 push 0+j0 div      </a:t>
            </a: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results: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Error: division by zero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Screen capture of unit test code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39696"/>
            <a:ext cx="5486400" cy="553628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Unit test code for T-DIV-ERR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49424"/>
            <a:ext cx="5266944" cy="33417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8213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Screen capture demonstrating unit test failing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3132236"/>
            <a:ext cx="5486400" cy="768096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66928" y="3241964"/>
            <a:ext cx="5266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N/A. Passed on the first run, so there was no failing run (see the note on slide 15).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0283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Screen capture demonstrating unit test passing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7200" y="4339244"/>
            <a:ext cx="5486400" cy="454587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assing test run for T-DIV-ERR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" y="4448972"/>
            <a:ext cx="4998720" cy="23513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263640" y="182880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Code changes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263640" y="2139696"/>
            <a:ext cx="5440680" cy="781986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6373368" y="2249424"/>
            <a:ext cx="5221224" cy="562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None required. The existing check if b == 0: works because Python evaluates 0+0j == 0 as True.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263640" y="3049698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All previous unit tests still pass after code changes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6263640" y="3360594"/>
            <a:ext cx="5440680" cy="286647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All previous tests passing after T-DIV-ERR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9508" y="3470322"/>
            <a:ext cx="3568943" cy="264701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922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ID: T-DEL-REAL1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41832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Statement of unit test: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Verify that deleting from the stack removes the top real item without printing it.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Command: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push 1 push 2 delete pop      </a:t>
            </a: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results: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+ j0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Screen capture of unit test code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39696"/>
            <a:ext cx="5486400" cy="548726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Unit test code for T-DEL-REA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671" y="2249424"/>
            <a:ext cx="4625458" cy="32927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81643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Screen capture demonstrating unit test failing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3127334"/>
            <a:ext cx="5486400" cy="2204277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Failing test run for T-DEL-REAL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671" y="3237062"/>
            <a:ext cx="4625458" cy="19848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" y="5459627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Screen capture demonstrating unit test passing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5770523"/>
            <a:ext cx="5486400" cy="456541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assing test run for T-DEL-REAL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4295" y="5880251"/>
            <a:ext cx="3992211" cy="23708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63640" y="182880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Screen capture of code changes highlighted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63640" y="2139696"/>
            <a:ext cx="5440680" cy="743415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Code changes for T-DEL-REAL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9687" y="2249424"/>
            <a:ext cx="3508587" cy="52395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63640" y="3011127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All previous unit tests still pass after code changes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263640" y="3322023"/>
            <a:ext cx="5440680" cy="2905041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All previous tests passing after T-DEL-REAL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9687" y="3431751"/>
            <a:ext cx="3508587" cy="268558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922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ID: T-DEL-CPLX1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41832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Statement of unit test: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Verify that deleting from a stack with complex numbers removes the top complex item.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Command: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push 1+j1 push 2+j3 delete pop      </a:t>
            </a: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results: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+ j1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Screen capture of unit test code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39696"/>
            <a:ext cx="5486400" cy="566909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Unit test code for T-DEL-CPLX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49424"/>
            <a:ext cx="5266944" cy="34745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834621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Screen capture demonstrating unit test failing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3145517"/>
            <a:ext cx="5486400" cy="768096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66928" y="3255245"/>
            <a:ext cx="5266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N/A. Passed on the first run, so there was no failing run (see the note on slide 15).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041629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Screen capture demonstrating unit test passing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7200" y="4352525"/>
            <a:ext cx="5486400" cy="454587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assing test run for T-DEL-CPLX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983" y="4462253"/>
            <a:ext cx="4606834" cy="23513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263640" y="182880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Code changes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263640" y="2139696"/>
            <a:ext cx="5440680" cy="729149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6373368" y="2249424"/>
            <a:ext cx="5221224" cy="509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None required. stack.pop() naturally removes the top item regardless of whether it is a float or a complex number.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263640" y="2996861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All previous unit tests still pass after code changes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6263640" y="3307757"/>
            <a:ext cx="5440680" cy="2919307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All previous tests passing after T-DEL-CPLX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7120" y="3417485"/>
            <a:ext cx="3233720" cy="269985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922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ID: T-DEL-ERR1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41832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Statement of unit test: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Verify that calling delete on an empty stack returns a stack underflow error.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Command: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delete      </a:t>
            </a: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results: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Error: stack underflow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Screen capture of unit test code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39696"/>
            <a:ext cx="5486400" cy="70306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Unit test code for T-DEL-ERR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67" y="2249424"/>
            <a:ext cx="4695865" cy="48360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97077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Screen capture demonstrating unit test failing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3281668"/>
            <a:ext cx="5486400" cy="2069627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Failing test run for T-DEL-ERR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67" y="3391396"/>
            <a:ext cx="4695865" cy="185017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" y="5479311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Screen capture demonstrating unit test passing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5790207"/>
            <a:ext cx="5486400" cy="436857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assing test run for T-DEL-ERR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685" y="5899935"/>
            <a:ext cx="4433431" cy="21740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63640" y="182880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Screen capture of code changes highlighted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63640" y="2139696"/>
            <a:ext cx="5440680" cy="616701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Code changes for T-DEL-ERR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1895" y="2249424"/>
            <a:ext cx="3244169" cy="39724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63640" y="2884413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All previous unit tests still pass after code changes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263640" y="3195309"/>
            <a:ext cx="5440680" cy="3031755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All previous tests passing after T-DEL-ERR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1895" y="3305037"/>
            <a:ext cx="3244169" cy="281229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0" y="64922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914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regression: all 20 tests passing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pytest -v on the final code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0888305" cy="484632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ytest -v output: 20 pass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08760"/>
            <a:ext cx="10613985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2334</Words>
  <Application>Microsoft Office PowerPoint</Application>
  <PresentationFormat>Widescreen</PresentationFormat>
  <Paragraphs>339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ECSE 428 Assignment A - cdc TDD steps</dc:title>
  <dc:subject>PptxGenJS Presentation</dc:subject>
  <dc:creator>Yanni Klironomos, Mahad Haider</dc:creator>
  <cp:lastModifiedBy>Yanni Klironomos</cp:lastModifiedBy>
  <cp:revision>5</cp:revision>
  <dcterms:created xsi:type="dcterms:W3CDTF">2026-10-27T21:18:17Z</dcterms:created>
  <dcterms:modified xsi:type="dcterms:W3CDTF">2026-10-27T21:21:31Z</dcterms:modified>
</cp:coreProperties>
</file>