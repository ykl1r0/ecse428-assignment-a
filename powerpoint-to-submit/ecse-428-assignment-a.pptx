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0" autoAdjust="0"/>
    <p:restoredTop sz="94660"/>
  </p:normalViewPr>
  <p:slideViewPr>
    <p:cSldViewPr snapToGrid="0">
      <p:cViewPr>
        <p:scale>
          <a:sx n="83" d="100"/>
          <a:sy n="83" d="100"/>
        </p:scale>
        <p:origin x="528" y="1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031C3-6683-CBD1-D87E-E46110C9D9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877FCE-C691-5601-3580-0C54293F72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940987-5DFF-90E2-B4FE-953959BCF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5666C-A325-40C2-881D-0CE85FDC5A77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A94D4E-6A74-D548-F5F2-7ABD2F1412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9BBBF8-842C-63E2-901B-0DFABD38F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35906-CE8C-4D08-B9F1-7DB7DFF5D9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4337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13C99-E2D0-6BF9-F94B-7177C1F7C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2A831-CFD3-139A-86D8-AC72531FAB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6EE471-7823-6C0A-5013-7C1DE2AED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5666C-A325-40C2-881D-0CE85FDC5A77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9E8101-D938-4DDE-85A5-1CD32724B4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E4176D-8755-B6EF-540F-D35FC20F6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35906-CE8C-4D08-B9F1-7DB7DFF5D9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1146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CE14B-83A0-3E44-96AD-AAE540195A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9E4C6E-80E1-A46A-6F63-1D5BDCF04F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B7527-ECFB-F62B-357C-6D5872FAEE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5666C-A325-40C2-881D-0CE85FDC5A77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985567-7E9A-BA2B-C0A4-26A05FEBD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8B1746-D011-7E65-3388-EA2BACBB5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35906-CE8C-4D08-B9F1-7DB7DFF5D9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533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A086C-BB87-EB7D-3694-D02AE13BD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7CCD14-3E24-90F2-B02C-68085F362B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72E3C7-3883-2F3B-A205-BAAE8517C2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4C237F-7352-F0EE-2FA1-09F447A3BE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5666C-A325-40C2-881D-0CE85FDC5A77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86940C-C577-CBB7-8A7B-7C19F40C5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52B953-CA49-99B6-0DED-1C0465C95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35906-CE8C-4D08-B9F1-7DB7DFF5D9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6678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30DA2-CE7B-0DC0-8209-A11751C326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07B54F-FAEF-4D53-20F2-E0B9D89CDD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1F061D-1120-EBE0-0E0B-074D21CB66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192EAC-6D07-43B1-0651-03447066B0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19B9BF-666E-715F-24AF-31E5E2C745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793CA1-A715-71E1-ADB6-3C4038EAE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5666C-A325-40C2-881D-0CE85FDC5A77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D47A3C-175D-5D76-F46B-AE3E4DC0D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D881BAE-1489-F625-F8E0-3CC2D54DA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35906-CE8C-4D08-B9F1-7DB7DFF5D9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5284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12303-C7CE-3E1B-4941-D2051739E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D5FEE0-05DF-D7F0-C9CC-01D83F6FB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5666C-A325-40C2-881D-0CE85FDC5A77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9E20AD-90BE-ADE2-B44C-A11492A9C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6565BE-5634-D2A2-A03F-C562E6A65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35906-CE8C-4D08-B9F1-7DB7DFF5D9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3415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F7076F-17A3-5875-282B-695E3D63A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5666C-A325-40C2-881D-0CE85FDC5A77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2131DE-C017-04DD-F3B7-E73C4A851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23DF76-EBA2-A4E0-642E-8E122C007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35906-CE8C-4D08-B9F1-7DB7DFF5D9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61701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8062B-21DB-9CE9-9E89-EED1CDC67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DDC8B7-2E64-24DB-B758-BF2471848C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D2362D-4455-5ACF-F16C-08E738F083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E9444D-C10F-16CA-B0EE-8E0289F0F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5666C-A325-40C2-881D-0CE85FDC5A77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2D4FCB-8C04-9242-89E7-525818F36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DD5864-273C-D34A-A358-27D7A77F2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35906-CE8C-4D08-B9F1-7DB7DFF5D9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074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0B5A7-B24D-67D0-BFDF-1638DA4196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2D2457A-BC9D-F848-4ECD-19E5796E466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8D1937-6834-3F23-BF06-8940560CCC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A8F178-E592-94AB-2553-7E2B8080B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5666C-A325-40C2-881D-0CE85FDC5A77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00490B-55A9-41DC-DBDF-0BE01BBA55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4C94A8-2EDD-98AD-7B7A-C50AB41A52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35906-CE8C-4D08-B9F1-7DB7DFF5D9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7732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2E7FA-1DFA-2DB9-9DEC-3BC72BD9C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26892D-3862-2FAB-E5B3-0FBB60FEC1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C3C7F4-7B18-D5C2-DD20-8FF45D45F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5666C-A325-40C2-881D-0CE85FDC5A77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877B96-363B-8EE5-697C-3DA3B8980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95BAA2-83C7-4CE1-B163-D4861BECC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35906-CE8C-4D08-B9F1-7DB7DFF5D9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1415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FC1EBA-4AC9-00C7-B515-BB3BB9A6C8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4D66CD-06D5-AD69-8C39-7588F52213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40F356-16D5-5E32-1830-9DE632DBA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5666C-A325-40C2-881D-0CE85FDC5A77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1116C3-4297-6569-AB6B-C6D18100E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1C8CB8-A5A1-9AE8-0244-EC703A3EA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35906-CE8C-4D08-B9F1-7DB7DFF5D9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553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87C8FE-E6CD-9FEB-FC69-03F953366A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B1E271-5DD1-64C6-6052-8A601AB76A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2DF4C9-5F90-2DF5-732D-29A2D4C866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05666C-A325-40C2-881D-0CE85FDC5A77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31F8EC-A78D-F67F-18BF-D9323BC588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FB4539-96E6-050C-8268-168B5968B7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A35906-CE8C-4D08-B9F1-7DB7DFF5D9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0337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2BC0B-0804-D74B-921D-3A07A0DCE1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STZhongsong" panose="02010600040101010101" pitchFamily="2" charset="-122"/>
                <a:ea typeface="STZhongsong" panose="02010600040101010101" pitchFamily="2" charset="-122"/>
              </a:rPr>
              <a:t>ECSE 428 </a:t>
            </a:r>
            <a:br>
              <a:rPr lang="en-US" dirty="0">
                <a:latin typeface="STZhongsong" panose="02010600040101010101" pitchFamily="2" charset="-122"/>
                <a:ea typeface="STZhongsong" panose="02010600040101010101" pitchFamily="2" charset="-122"/>
              </a:rPr>
            </a:br>
            <a:r>
              <a:rPr lang="en-US" dirty="0">
                <a:latin typeface="STZhongsong" panose="02010600040101010101" pitchFamily="2" charset="-122"/>
                <a:ea typeface="STZhongsong" panose="02010600040101010101" pitchFamily="2" charset="-122"/>
              </a:rPr>
              <a:t>Assignment A TDD Steps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67E6FB-7859-B715-FA36-7D2A070A7AC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Yanni Klironomos, Mahad Haider</a:t>
            </a:r>
          </a:p>
        </p:txBody>
      </p:sp>
    </p:spTree>
    <p:extLst>
      <p:ext uri="{BB962C8B-B14F-4D97-AF65-F5344CB8AC3E}">
        <p14:creationId xmlns:p14="http://schemas.microsoft.com/office/powerpoint/2010/main" val="22804468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8C95D-8545-AC1D-70C9-A566E50BD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600" dirty="0"/>
              <a:t>Test ID: T-PUSH-REAL1</a:t>
            </a:r>
            <a:br>
              <a:rPr lang="en-US" sz="1600" dirty="0"/>
            </a:br>
            <a:r>
              <a:rPr lang="en-US" sz="1600" dirty="0"/>
              <a:t>Statement of unit test: Verify that pushing a real number onto the stack and popping it returns the same number.</a:t>
            </a:r>
            <a:br>
              <a:rPr lang="en-US" sz="1600" dirty="0"/>
            </a:br>
            <a:r>
              <a:rPr lang="en-US" sz="1600" dirty="0"/>
              <a:t>Expected results: 5 + j0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75585-BC4E-01FA-B0CA-A40574FD90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841346" cy="4351338"/>
          </a:xfrm>
        </p:spPr>
        <p:txBody>
          <a:bodyPr>
            <a:normAutofit/>
          </a:bodyPr>
          <a:lstStyle/>
          <a:p>
            <a:r>
              <a:rPr lang="en-US" sz="1100" dirty="0"/>
              <a:t>Screen capture of unit test code: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9DA29FB-08B8-4D7D-3727-B621EB17F177}"/>
              </a:ext>
            </a:extLst>
          </p:cNvPr>
          <p:cNvSpPr txBox="1">
            <a:spLocks/>
          </p:cNvSpPr>
          <p:nvPr/>
        </p:nvSpPr>
        <p:spPr>
          <a:xfrm>
            <a:off x="4370222" y="1815135"/>
            <a:ext cx="284134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Screen capture demonstrating unit test failing: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AE6106F-2C2C-B5EF-127C-DA23F701148F}"/>
              </a:ext>
            </a:extLst>
          </p:cNvPr>
          <p:cNvSpPr txBox="1">
            <a:spLocks/>
          </p:cNvSpPr>
          <p:nvPr/>
        </p:nvSpPr>
        <p:spPr>
          <a:xfrm>
            <a:off x="8763848" y="1891580"/>
            <a:ext cx="284134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Screen capture of code changes highlighted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B0A8B62-C4AD-9787-0ADD-60D6E5E09373}"/>
              </a:ext>
            </a:extLst>
          </p:cNvPr>
          <p:cNvSpPr txBox="1">
            <a:spLocks/>
          </p:cNvSpPr>
          <p:nvPr/>
        </p:nvSpPr>
        <p:spPr>
          <a:xfrm>
            <a:off x="879958" y="4067250"/>
            <a:ext cx="2841346" cy="19475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Screen capture demonstrating unit test passing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9A9CF9A-77A3-E72B-F903-64FE57543FD0}"/>
              </a:ext>
            </a:extLst>
          </p:cNvPr>
          <p:cNvSpPr txBox="1">
            <a:spLocks/>
          </p:cNvSpPr>
          <p:nvPr/>
        </p:nvSpPr>
        <p:spPr>
          <a:xfrm>
            <a:off x="4804324" y="4067249"/>
            <a:ext cx="2841346" cy="19475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Screen capture illustrating all previous unit tests still pass after code changes</a:t>
            </a:r>
          </a:p>
          <a:p>
            <a:endParaRPr lang="en-US" sz="1100" dirty="0"/>
          </a:p>
          <a:p>
            <a:pPr marL="0" indent="0">
              <a:buNone/>
            </a:pPr>
            <a:r>
              <a:rPr lang="en-US" sz="1100" dirty="0"/>
              <a:t>N/A: no prior tests since this is the 1</a:t>
            </a:r>
            <a:r>
              <a:rPr lang="en-US" sz="1100" baseline="30000" dirty="0"/>
              <a:t>st</a:t>
            </a:r>
            <a:r>
              <a:rPr lang="en-US" sz="1100" dirty="0"/>
              <a:t> test and it passes, as required.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705E1BAE-5BE8-34CE-E199-477A40C9FB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970" y="2427702"/>
            <a:ext cx="3024970" cy="902532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764FBC4-E9A6-AC3A-04C9-DD66862E9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1304" y="2609736"/>
            <a:ext cx="3720641" cy="538464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9486F1C5-B3F7-C6F8-637C-F779F49B7F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6814" y="2609737"/>
            <a:ext cx="4335186" cy="538464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BBB1CA4D-E472-6E17-4ADB-0164024790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084" y="4804264"/>
            <a:ext cx="4348863" cy="502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0941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03FF8-0377-A25E-CD6D-DD5BAF7B5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12109-C039-37E0-5907-7C2EE06FF7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600" dirty="0"/>
              <a:t>Test ID: T-POP-ERR1</a:t>
            </a:r>
            <a:br>
              <a:rPr lang="en-US" sz="1600" dirty="0"/>
            </a:br>
            <a:r>
              <a:rPr lang="en-US" sz="1600" dirty="0"/>
              <a:t>Statement of unit test: Verify that popping from an empty stack produces a stack underflow error.</a:t>
            </a:r>
            <a:br>
              <a:rPr lang="en-US" sz="1600" dirty="0"/>
            </a:br>
            <a:r>
              <a:rPr lang="en-US" sz="1600" dirty="0"/>
              <a:t>Expected results: Error: stack underflow</a:t>
            </a:r>
            <a:br>
              <a:rPr lang="en-US" sz="1600" dirty="0"/>
            </a:br>
            <a:endParaRPr lang="en-US" sz="1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0C0104-4249-5412-A042-3E0CA3EC25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841346" cy="4351338"/>
          </a:xfrm>
        </p:spPr>
        <p:txBody>
          <a:bodyPr>
            <a:normAutofit/>
          </a:bodyPr>
          <a:lstStyle/>
          <a:p>
            <a:r>
              <a:rPr lang="en-US" sz="1100" dirty="0"/>
              <a:t>Screen capture of unit test code: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D9A2EE2-4249-E2CE-53E8-83015D4E0DED}"/>
              </a:ext>
            </a:extLst>
          </p:cNvPr>
          <p:cNvSpPr txBox="1">
            <a:spLocks/>
          </p:cNvSpPr>
          <p:nvPr/>
        </p:nvSpPr>
        <p:spPr>
          <a:xfrm>
            <a:off x="3763061" y="1825625"/>
            <a:ext cx="284134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Screen capture demonstrating unit test failing: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A3584D8-11FF-88F1-CDA9-5F0EA6E0C931}"/>
              </a:ext>
            </a:extLst>
          </p:cNvPr>
          <p:cNvSpPr txBox="1">
            <a:spLocks/>
          </p:cNvSpPr>
          <p:nvPr/>
        </p:nvSpPr>
        <p:spPr>
          <a:xfrm>
            <a:off x="8104462" y="1715143"/>
            <a:ext cx="284134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Screen capture of code changes highlighted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E2AE3784-009E-90E9-393F-7FCB63FF4911}"/>
              </a:ext>
            </a:extLst>
          </p:cNvPr>
          <p:cNvSpPr txBox="1">
            <a:spLocks/>
          </p:cNvSpPr>
          <p:nvPr/>
        </p:nvSpPr>
        <p:spPr>
          <a:xfrm>
            <a:off x="879958" y="4067250"/>
            <a:ext cx="2841346" cy="19475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Screen capture demonstrating unit test passing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8C07BE8B-2E4C-2033-B962-0277D14C6B1B}"/>
              </a:ext>
            </a:extLst>
          </p:cNvPr>
          <p:cNvSpPr txBox="1">
            <a:spLocks/>
          </p:cNvSpPr>
          <p:nvPr/>
        </p:nvSpPr>
        <p:spPr>
          <a:xfrm>
            <a:off x="7755452" y="3890812"/>
            <a:ext cx="2841346" cy="19475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Screen capture illustrating all previous unit tests still pass after code changes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05AD4D9-B715-651F-F38B-CA26DF4176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34" y="2537974"/>
            <a:ext cx="3158867" cy="48751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19DFDE00-5851-FAB1-4E6A-1CC4311D82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3872" y="2386138"/>
            <a:ext cx="3049545" cy="985661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A4AAAA5-FC4B-809C-0D51-EBA5E7E133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9526" y="2482998"/>
            <a:ext cx="4567294" cy="647908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B5515C7-C3FD-0BF0-E5B4-4CFE00A0B6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4981" y="4995524"/>
            <a:ext cx="4848902" cy="45726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7C7E807B-CD29-AD50-ED85-8DEEDD4A5FA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28116" y="4762517"/>
            <a:ext cx="4848903" cy="557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37469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B763E-D9F5-F1C5-EA60-F7F5A4901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2EEBE-07F1-4BD5-1B69-39FF45757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600" dirty="0"/>
              <a:t>Test ID: T-ADD-REAL1</a:t>
            </a:r>
            <a:br>
              <a:rPr lang="en-US" sz="1600" dirty="0"/>
            </a:br>
            <a:r>
              <a:rPr lang="en-US" sz="1600" dirty="0"/>
              <a:t>Statement of unit test: Verify that adding two real numbers (2 and 5) returns the correct result.</a:t>
            </a:r>
            <a:br>
              <a:rPr lang="en-US" sz="1600" dirty="0"/>
            </a:br>
            <a:r>
              <a:rPr lang="en-US" sz="1600" dirty="0"/>
              <a:t>Expected results: 7 + j0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E7E2A5-0864-5D04-33E4-7641973733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841346" cy="4351338"/>
          </a:xfrm>
        </p:spPr>
        <p:txBody>
          <a:bodyPr>
            <a:normAutofit/>
          </a:bodyPr>
          <a:lstStyle/>
          <a:p>
            <a:r>
              <a:rPr lang="en-US" sz="1100" dirty="0"/>
              <a:t>Screen capture of unit test code: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48DD1F-8CE3-5C25-E2E9-284FB226FCE4}"/>
              </a:ext>
            </a:extLst>
          </p:cNvPr>
          <p:cNvSpPr txBox="1">
            <a:spLocks/>
          </p:cNvSpPr>
          <p:nvPr/>
        </p:nvSpPr>
        <p:spPr>
          <a:xfrm>
            <a:off x="3763061" y="1825625"/>
            <a:ext cx="284134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Screen capture demonstrating unit test failing: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5FCA888-0BEB-11D5-5C50-62B1907342E8}"/>
              </a:ext>
            </a:extLst>
          </p:cNvPr>
          <p:cNvSpPr txBox="1">
            <a:spLocks/>
          </p:cNvSpPr>
          <p:nvPr/>
        </p:nvSpPr>
        <p:spPr>
          <a:xfrm>
            <a:off x="8377734" y="1825625"/>
            <a:ext cx="284134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Screen capture of code changes highlighted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63BA1D1-90F2-BDB4-4257-713D3EFD4943}"/>
              </a:ext>
            </a:extLst>
          </p:cNvPr>
          <p:cNvSpPr txBox="1">
            <a:spLocks/>
          </p:cNvSpPr>
          <p:nvPr/>
        </p:nvSpPr>
        <p:spPr>
          <a:xfrm>
            <a:off x="779205" y="4491447"/>
            <a:ext cx="2841346" cy="19475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Screen capture demonstrating unit test passing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0FB6335-AF47-0F4D-5B64-069B35F933CA}"/>
              </a:ext>
            </a:extLst>
          </p:cNvPr>
          <p:cNvSpPr txBox="1">
            <a:spLocks/>
          </p:cNvSpPr>
          <p:nvPr/>
        </p:nvSpPr>
        <p:spPr>
          <a:xfrm>
            <a:off x="7674561" y="4229403"/>
            <a:ext cx="2841346" cy="19475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Screen capture illustrating all previous unit tests still pass after code changes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6E7CC97A-FD69-4B66-90A9-6898C34855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010" y="2491175"/>
            <a:ext cx="3084437" cy="29048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CFE19811-BE09-F266-81C5-6D29E5DDF4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9546" y="2314262"/>
            <a:ext cx="3566996" cy="120892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ECBE776-18B0-AE96-E13A-F02FABFC89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010" y="5253300"/>
            <a:ext cx="4344006" cy="371527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A857290-3BC9-C9B8-0B55-B4432CFEBD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5464" y="2314262"/>
            <a:ext cx="2754737" cy="1590835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4551598-0020-8FF1-1ACB-A1039457E4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8310" y="5027953"/>
            <a:ext cx="5049401" cy="707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07674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382E0-3864-C198-380B-DC66A570D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F3B21B-61C2-F0F1-429A-AF6F4ACDF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800" dirty="0"/>
              <a:t>Test ID: T-ADD-ERR1</a:t>
            </a:r>
            <a:br>
              <a:rPr lang="en-US" sz="1800" dirty="0"/>
            </a:br>
            <a:r>
              <a:rPr lang="en-US" sz="1800" dirty="0"/>
              <a:t>Statement of unit test: Verify that adding numbers when the stack contains fewer than two operands produces a stack underflow error.</a:t>
            </a:r>
            <a:br>
              <a:rPr lang="en-US" sz="1800" dirty="0"/>
            </a:br>
            <a:r>
              <a:rPr lang="en-US" sz="1800" dirty="0"/>
              <a:t>Expected results: Error: stack underflow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FC87A0-4182-4209-4CD1-FDC16817E3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841346" cy="4351338"/>
          </a:xfrm>
        </p:spPr>
        <p:txBody>
          <a:bodyPr>
            <a:normAutofit/>
          </a:bodyPr>
          <a:lstStyle/>
          <a:p>
            <a:r>
              <a:rPr lang="en-US" sz="1100" dirty="0"/>
              <a:t>Screen capture of unit test code: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312BAEE-5B8F-1DCF-FCF9-B4E7EAC67C4C}"/>
              </a:ext>
            </a:extLst>
          </p:cNvPr>
          <p:cNvSpPr txBox="1">
            <a:spLocks/>
          </p:cNvSpPr>
          <p:nvPr/>
        </p:nvSpPr>
        <p:spPr>
          <a:xfrm>
            <a:off x="4361384" y="1807820"/>
            <a:ext cx="284134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Screen capture demonstrating unit test failing: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6D6C160-8F11-F286-1937-9BBA8645C9B5}"/>
              </a:ext>
            </a:extLst>
          </p:cNvPr>
          <p:cNvSpPr txBox="1">
            <a:spLocks/>
          </p:cNvSpPr>
          <p:nvPr/>
        </p:nvSpPr>
        <p:spPr>
          <a:xfrm>
            <a:off x="8691212" y="1546340"/>
            <a:ext cx="284134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Screen capture of code changes highlighted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2B3DF6E-E207-0D28-301F-CA0B7DB9397D}"/>
              </a:ext>
            </a:extLst>
          </p:cNvPr>
          <p:cNvSpPr txBox="1">
            <a:spLocks/>
          </p:cNvSpPr>
          <p:nvPr/>
        </p:nvSpPr>
        <p:spPr>
          <a:xfrm>
            <a:off x="879958" y="4067250"/>
            <a:ext cx="2841346" cy="19475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Screen capture demonstrating unit test passing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7B967BB-544B-2E13-437B-5E70F167F634}"/>
              </a:ext>
            </a:extLst>
          </p:cNvPr>
          <p:cNvSpPr txBox="1">
            <a:spLocks/>
          </p:cNvSpPr>
          <p:nvPr/>
        </p:nvSpPr>
        <p:spPr>
          <a:xfrm>
            <a:off x="6615812" y="3950118"/>
            <a:ext cx="2841346" cy="19475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Screen capture illustrating all previous unit tests still pass after code changes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31B9B573-A8BD-2961-6F0B-2FD4376698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60" y="2588758"/>
            <a:ext cx="3338808" cy="40398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CE260D9-B132-58C3-9B0F-63F93BED0B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1304" y="2220379"/>
            <a:ext cx="3898443" cy="1556988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9DA3094-7BE7-07EB-CDE4-6040FA8A42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692" y="5016830"/>
            <a:ext cx="5382376" cy="352474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1D42A93C-9B61-F6BD-3F02-537568BBC8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2649" y="4495242"/>
            <a:ext cx="5146515" cy="140243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786BDCA-4FEF-AB12-C463-ABF99601D1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2810" y="2422098"/>
            <a:ext cx="4042295" cy="796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46519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0FB65-D5ED-0528-0447-F96644D77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7CEF1-C4EE-CBE3-4201-7C19EFDCC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600" dirty="0"/>
              <a:t>Test ID: T-SUB-REAL1</a:t>
            </a:r>
            <a:br>
              <a:rPr lang="en-US" sz="1600" dirty="0"/>
            </a:br>
            <a:r>
              <a:rPr lang="en-US" sz="1600" dirty="0"/>
              <a:t>Statement of unit test: Verify that subtracting 2 from 5 returns the correct result.</a:t>
            </a:r>
            <a:br>
              <a:rPr lang="en-US" sz="1600" dirty="0"/>
            </a:br>
            <a:r>
              <a:rPr lang="en-US" sz="1600" dirty="0"/>
              <a:t>Expected results: 3 + j0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E574BE-4E5D-4C09-8A8B-109FA28F5D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841346" cy="4351338"/>
          </a:xfrm>
        </p:spPr>
        <p:txBody>
          <a:bodyPr>
            <a:normAutofit/>
          </a:bodyPr>
          <a:lstStyle/>
          <a:p>
            <a:r>
              <a:rPr lang="en-US" sz="1100" dirty="0"/>
              <a:t>Screen capture of unit test code: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8BA5B4B-41B3-EF33-85BB-647E0BB9976B}"/>
              </a:ext>
            </a:extLst>
          </p:cNvPr>
          <p:cNvSpPr txBox="1">
            <a:spLocks/>
          </p:cNvSpPr>
          <p:nvPr/>
        </p:nvSpPr>
        <p:spPr>
          <a:xfrm>
            <a:off x="4448312" y="1822450"/>
            <a:ext cx="284134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Screen capture demonstrating unit test failing: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A6E1079-800F-BEDA-666C-5F0C73537CC6}"/>
              </a:ext>
            </a:extLst>
          </p:cNvPr>
          <p:cNvSpPr txBox="1">
            <a:spLocks/>
          </p:cNvSpPr>
          <p:nvPr/>
        </p:nvSpPr>
        <p:spPr>
          <a:xfrm>
            <a:off x="8797035" y="1458379"/>
            <a:ext cx="284134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Screen capture of code changes highlighted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97246F-EE33-7F7C-DAF7-5BFA0335FE94}"/>
              </a:ext>
            </a:extLst>
          </p:cNvPr>
          <p:cNvSpPr txBox="1">
            <a:spLocks/>
          </p:cNvSpPr>
          <p:nvPr/>
        </p:nvSpPr>
        <p:spPr>
          <a:xfrm>
            <a:off x="879958" y="4067250"/>
            <a:ext cx="2841346" cy="19475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Screen capture demonstrating unit test passing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6C6A0CC0-AE6A-1E9B-AC01-55D8EA9F5ACB}"/>
              </a:ext>
            </a:extLst>
          </p:cNvPr>
          <p:cNvSpPr txBox="1">
            <a:spLocks/>
          </p:cNvSpPr>
          <p:nvPr/>
        </p:nvSpPr>
        <p:spPr>
          <a:xfrm>
            <a:off x="7506310" y="4012748"/>
            <a:ext cx="2841346" cy="19475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Screen capture illustrating all previous unit tests still pass after code changes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7ED04FD-4173-92B3-1264-084D66ECB3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8" y="5114446"/>
            <a:ext cx="4334480" cy="38105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C1E6075-2AE2-409D-EF4B-FCEDFF7154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65" y="2510427"/>
            <a:ext cx="3011426" cy="38105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792B134D-168D-501F-F13B-C7832F2103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8708" y="2229903"/>
            <a:ext cx="3343383" cy="134272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135C7FF9-340F-A6D9-678C-F889796BC6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7588" y="4570879"/>
            <a:ext cx="5717914" cy="1419078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586D574-51DD-EA09-0A48-43DA7F918D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09893" y="2009922"/>
            <a:ext cx="2425545" cy="1642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23512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6D7D6-7027-C98B-133D-E627F7700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712C0-2230-3029-BDD3-68198341B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600" dirty="0"/>
              <a:t>Test ID: T-SUB-ERR1</a:t>
            </a:r>
            <a:br>
              <a:rPr lang="en-US" sz="1600" dirty="0"/>
            </a:br>
            <a:r>
              <a:rPr lang="en-US" sz="1600" dirty="0"/>
              <a:t>Statement of unit test: Verify that subtracting when the stack contains fewer than two operands produces a stack underflow error.</a:t>
            </a:r>
            <a:br>
              <a:rPr lang="en-US" sz="1600" dirty="0"/>
            </a:br>
            <a:r>
              <a:rPr lang="en-US" sz="1600" dirty="0"/>
              <a:t>Expected results: Error: stack underflow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F78366-799B-766B-3435-8D003FD21A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841346" cy="4351338"/>
          </a:xfrm>
        </p:spPr>
        <p:txBody>
          <a:bodyPr>
            <a:normAutofit/>
          </a:bodyPr>
          <a:lstStyle/>
          <a:p>
            <a:r>
              <a:rPr lang="en-US" sz="1100" dirty="0"/>
              <a:t>Screen capture of unit test code: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EC76675-0566-7DC7-8CF3-05ECBA064ADD}"/>
              </a:ext>
            </a:extLst>
          </p:cNvPr>
          <p:cNvSpPr txBox="1">
            <a:spLocks/>
          </p:cNvSpPr>
          <p:nvPr/>
        </p:nvSpPr>
        <p:spPr>
          <a:xfrm>
            <a:off x="3763061" y="1825625"/>
            <a:ext cx="284134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Screen capture demonstrating unit test failing: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AA3B801-5DD3-03F0-CC88-0983703E16E6}"/>
              </a:ext>
            </a:extLst>
          </p:cNvPr>
          <p:cNvSpPr txBox="1">
            <a:spLocks/>
          </p:cNvSpPr>
          <p:nvPr/>
        </p:nvSpPr>
        <p:spPr>
          <a:xfrm>
            <a:off x="6936639" y="1825625"/>
            <a:ext cx="284134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Screen capture of code changes highlighted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4EDBB44-A558-0465-844D-1E7778C969C9}"/>
              </a:ext>
            </a:extLst>
          </p:cNvPr>
          <p:cNvSpPr txBox="1">
            <a:spLocks/>
          </p:cNvSpPr>
          <p:nvPr/>
        </p:nvSpPr>
        <p:spPr>
          <a:xfrm>
            <a:off x="859079" y="4229404"/>
            <a:ext cx="2841346" cy="19475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Screen capture demonstrating unit test passing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1C7D27E-38A3-132C-4B03-53170C658169}"/>
              </a:ext>
            </a:extLst>
          </p:cNvPr>
          <p:cNvSpPr txBox="1">
            <a:spLocks/>
          </p:cNvSpPr>
          <p:nvPr/>
        </p:nvSpPr>
        <p:spPr>
          <a:xfrm>
            <a:off x="6646164" y="4142037"/>
            <a:ext cx="2841346" cy="19475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Screen capture illustrating all previous unit tests still pass after code changes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1A3381-E11B-84E0-20D6-B5A6689C31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282" y="2462090"/>
            <a:ext cx="3833418" cy="52174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7F8203A-7B46-7352-7281-784DD80F47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7211" y="2321049"/>
            <a:ext cx="2749428" cy="132556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2FC8C2F-306D-94A0-B521-CBDE6525DF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7871" y="4963019"/>
            <a:ext cx="4391345" cy="8633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DA48709-610C-E1FE-65C6-0AF789752C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947" y="5097770"/>
            <a:ext cx="5496692" cy="55252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8C82FBD-B8BE-73E2-B028-75D25FBB7B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5453" y="2715962"/>
            <a:ext cx="3210991" cy="470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7293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1F1E6-8B51-8B2E-4B03-9E20FA0EB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37F63-3A7C-E105-0462-89FAD13BC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600" dirty="0"/>
              <a:t>Test ID: T-MUL-REAL1</a:t>
            </a:r>
            <a:br>
              <a:rPr lang="en-US" sz="1600" dirty="0"/>
            </a:br>
            <a:r>
              <a:rPr lang="en-US" sz="1600" dirty="0"/>
              <a:t>Statement of unit test: Verify that multiplying 3 by -2 returns the correct result.</a:t>
            </a:r>
            <a:br>
              <a:rPr lang="en-US" sz="1600" dirty="0"/>
            </a:br>
            <a:r>
              <a:rPr lang="en-US" sz="1600" dirty="0"/>
              <a:t>Expected results: -6 + j0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9A2998-A9BD-9C1C-05F3-418A608A43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841346" cy="4351338"/>
          </a:xfrm>
        </p:spPr>
        <p:txBody>
          <a:bodyPr>
            <a:normAutofit/>
          </a:bodyPr>
          <a:lstStyle/>
          <a:p>
            <a:r>
              <a:rPr lang="en-US" sz="1100" dirty="0"/>
              <a:t>Screen capture of unit test code: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22C0150-9621-3282-98A7-6D950EEE905C}"/>
              </a:ext>
            </a:extLst>
          </p:cNvPr>
          <p:cNvSpPr txBox="1">
            <a:spLocks/>
          </p:cNvSpPr>
          <p:nvPr/>
        </p:nvSpPr>
        <p:spPr>
          <a:xfrm>
            <a:off x="5510086" y="1751284"/>
            <a:ext cx="284134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Screen capture demonstrating unit test failing: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40C9036-5089-8955-D335-81490FF5102F}"/>
              </a:ext>
            </a:extLst>
          </p:cNvPr>
          <p:cNvSpPr txBox="1">
            <a:spLocks/>
          </p:cNvSpPr>
          <p:nvPr/>
        </p:nvSpPr>
        <p:spPr>
          <a:xfrm>
            <a:off x="9350654" y="1690688"/>
            <a:ext cx="284134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Screen capture of code changes highlighted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5539F4A-CA11-4219-8F0B-36CD1C5486D6}"/>
              </a:ext>
            </a:extLst>
          </p:cNvPr>
          <p:cNvSpPr txBox="1">
            <a:spLocks/>
          </p:cNvSpPr>
          <p:nvPr/>
        </p:nvSpPr>
        <p:spPr>
          <a:xfrm>
            <a:off x="879958" y="4067250"/>
            <a:ext cx="2841346" cy="19475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Screen capture demonstrating unit test passing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82BF351-DE2E-F7D8-1711-D2FC7C23854F}"/>
              </a:ext>
            </a:extLst>
          </p:cNvPr>
          <p:cNvSpPr txBox="1">
            <a:spLocks/>
          </p:cNvSpPr>
          <p:nvPr/>
        </p:nvSpPr>
        <p:spPr>
          <a:xfrm>
            <a:off x="5757214" y="4001294"/>
            <a:ext cx="2841346" cy="19475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Screen capture illustrating all previous unit tests still pass after code changes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89466AC-14D5-CA77-0859-D056EB9BE0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956" y="2885064"/>
            <a:ext cx="4387281" cy="63872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D64445E-91F8-E6ED-F076-A29C7C617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9752" y="2195327"/>
            <a:ext cx="3092033" cy="123367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15C22C9-8198-8045-360B-3F73E147D1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5492" y="4804176"/>
            <a:ext cx="5392914" cy="97169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37D1BF1-4E0D-279A-DF5F-71F633B430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5219" y="5019678"/>
            <a:ext cx="4534533" cy="46679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1ADC4E1-B260-08DF-43C0-283C11B608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2222" y="2451080"/>
            <a:ext cx="3799499" cy="811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7575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4F152-0138-BFBB-7204-82F140B12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263B1-71F3-83C7-7F6A-D2E9DE99D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600" dirty="0"/>
              <a:t>Test ID: T-MUL-ERR1</a:t>
            </a:r>
            <a:br>
              <a:rPr lang="en-US" sz="1600" dirty="0"/>
            </a:br>
            <a:r>
              <a:rPr lang="en-US" sz="1600" dirty="0"/>
              <a:t>Statement of unit test: Verify that multiplying when the stack contains fewer than two operands produces a stack underflow error.</a:t>
            </a:r>
            <a:br>
              <a:rPr lang="en-US" sz="1600" dirty="0"/>
            </a:br>
            <a:r>
              <a:rPr lang="en-US" sz="1600" dirty="0"/>
              <a:t>Expected results: Error: stack underflow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D8DA6B-B2E1-3910-160B-40CA46E657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841346" cy="4351338"/>
          </a:xfrm>
        </p:spPr>
        <p:txBody>
          <a:bodyPr>
            <a:normAutofit/>
          </a:bodyPr>
          <a:lstStyle/>
          <a:p>
            <a:r>
              <a:rPr lang="en-US" sz="1100" dirty="0"/>
              <a:t>Screen capture of unit test code: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7E82F59-EBC0-3034-0988-81A4C248EA95}"/>
              </a:ext>
            </a:extLst>
          </p:cNvPr>
          <p:cNvSpPr txBox="1">
            <a:spLocks/>
          </p:cNvSpPr>
          <p:nvPr/>
        </p:nvSpPr>
        <p:spPr>
          <a:xfrm>
            <a:off x="3763061" y="1825625"/>
            <a:ext cx="284134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Screen capture demonstrating unit test failing: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D46325F-21BF-C39E-2F37-8EF48C9EAF3B}"/>
              </a:ext>
            </a:extLst>
          </p:cNvPr>
          <p:cNvSpPr txBox="1">
            <a:spLocks/>
          </p:cNvSpPr>
          <p:nvPr/>
        </p:nvSpPr>
        <p:spPr>
          <a:xfrm>
            <a:off x="8470696" y="1729428"/>
            <a:ext cx="284134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Screen capture of code changes highlighted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6F8EF1CF-5445-A86F-F62F-6ABDD3CDF980}"/>
              </a:ext>
            </a:extLst>
          </p:cNvPr>
          <p:cNvSpPr txBox="1">
            <a:spLocks/>
          </p:cNvSpPr>
          <p:nvPr/>
        </p:nvSpPr>
        <p:spPr>
          <a:xfrm>
            <a:off x="879958" y="4067250"/>
            <a:ext cx="2841346" cy="19475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Screen capture demonstrating unit test passing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1849E2A7-7ACB-7FB1-C95E-5E89AAD85755}"/>
              </a:ext>
            </a:extLst>
          </p:cNvPr>
          <p:cNvSpPr txBox="1">
            <a:spLocks/>
          </p:cNvSpPr>
          <p:nvPr/>
        </p:nvSpPr>
        <p:spPr>
          <a:xfrm>
            <a:off x="6687922" y="3994632"/>
            <a:ext cx="2841346" cy="19475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Screen capture illustrating all previous unit tests still pass after code changes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587A9D-5682-DEDE-AA24-D7F536603C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53" y="2638117"/>
            <a:ext cx="3688431" cy="61664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AC53C45-3A8A-0607-728E-1BD7547BE3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58" y="2321538"/>
            <a:ext cx="3226750" cy="15835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B962FF4-B6E9-950F-054F-1990198186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5395" y="2425023"/>
            <a:ext cx="4283341" cy="61664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C01BBCD-3317-2245-8099-B5AFD05C5F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4639432"/>
            <a:ext cx="5867709" cy="124844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2174D27-BB36-544E-EEA5-DA9B0550C9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290" y="5175672"/>
            <a:ext cx="5268060" cy="381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6027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7679A-6118-EDFF-E1B1-5FC6779A5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056E9-8DAE-E862-62AC-EF5D64E04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600" dirty="0"/>
              <a:t>Test ID: T-DIV-REAL1</a:t>
            </a:r>
            <a:br>
              <a:rPr lang="en-US" sz="1600" dirty="0"/>
            </a:br>
            <a:r>
              <a:rPr lang="en-US" sz="1600" dirty="0"/>
              <a:t>Statement of unit test: Verify that dividing 8 by 2 returns the correct result.</a:t>
            </a:r>
            <a:br>
              <a:rPr lang="en-US" sz="1600" dirty="0"/>
            </a:br>
            <a:r>
              <a:rPr lang="en-US" sz="1600" dirty="0"/>
              <a:t>Expected results: 4 + j0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1B4381-B1A5-7610-E9C8-E476F8C907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841346" cy="4351338"/>
          </a:xfrm>
        </p:spPr>
        <p:txBody>
          <a:bodyPr>
            <a:normAutofit/>
          </a:bodyPr>
          <a:lstStyle/>
          <a:p>
            <a:r>
              <a:rPr lang="en-US" sz="1100" dirty="0"/>
              <a:t>Screen capture of unit test code: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3EF2FAC-DEFD-FAD9-2188-612C4EF827B8}"/>
              </a:ext>
            </a:extLst>
          </p:cNvPr>
          <p:cNvSpPr txBox="1">
            <a:spLocks/>
          </p:cNvSpPr>
          <p:nvPr/>
        </p:nvSpPr>
        <p:spPr>
          <a:xfrm>
            <a:off x="5177420" y="1766591"/>
            <a:ext cx="284134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Screen capture demonstrating unit test failing: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A7FC4E3-4383-6BB8-A88C-8EC94ED2B039}"/>
              </a:ext>
            </a:extLst>
          </p:cNvPr>
          <p:cNvSpPr txBox="1">
            <a:spLocks/>
          </p:cNvSpPr>
          <p:nvPr/>
        </p:nvSpPr>
        <p:spPr>
          <a:xfrm>
            <a:off x="9087782" y="1825625"/>
            <a:ext cx="284134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Screen capture of code changes highlighted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AFFDA60-CB27-EE61-10E8-9649D1D97459}"/>
              </a:ext>
            </a:extLst>
          </p:cNvPr>
          <p:cNvSpPr txBox="1">
            <a:spLocks/>
          </p:cNvSpPr>
          <p:nvPr/>
        </p:nvSpPr>
        <p:spPr>
          <a:xfrm>
            <a:off x="879958" y="4067250"/>
            <a:ext cx="2841346" cy="19475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Screen capture demonstrating unit test passing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66B0128-1B9A-1722-2B69-6FC16DD98BF5}"/>
              </a:ext>
            </a:extLst>
          </p:cNvPr>
          <p:cNvSpPr txBox="1">
            <a:spLocks/>
          </p:cNvSpPr>
          <p:nvPr/>
        </p:nvSpPr>
        <p:spPr>
          <a:xfrm>
            <a:off x="6738794" y="3942260"/>
            <a:ext cx="2841346" cy="19475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Screen capture illustrating all previous unit tests still pass after code changes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C6BE5BA-65CF-073D-882D-7B6B0C5B6F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667" y="2472477"/>
            <a:ext cx="4152696" cy="63654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EE81D28-940E-9330-6320-4E53D04656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9327" y="2392588"/>
            <a:ext cx="3913129" cy="143286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CB271A2-6088-79A1-ADFE-CFB813517F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3555" y="2392588"/>
            <a:ext cx="3135573" cy="63654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E10AAC3-E070-7F71-8E65-D2C4A14A53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32" y="4783683"/>
            <a:ext cx="4324954" cy="33342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0BF9751-9478-6C72-5D66-E6BE1C165E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2566" y="4451452"/>
            <a:ext cx="2860854" cy="1523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89189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804E4-868A-79F3-AC2B-CF131C696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C4F53-66C0-3F97-73A9-23097339F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600" dirty="0"/>
              <a:t>Test ID: T-DIV-ERR1</a:t>
            </a:r>
            <a:br>
              <a:rPr lang="en-US" sz="1600" dirty="0"/>
            </a:br>
            <a:r>
              <a:rPr lang="en-US" sz="1600" dirty="0"/>
              <a:t>Statement of unit test: Verify that dividing a real number by zero produces a division-by-zero error.</a:t>
            </a:r>
            <a:br>
              <a:rPr lang="en-US" sz="1600" dirty="0"/>
            </a:br>
            <a:r>
              <a:rPr lang="en-US" sz="1600" dirty="0"/>
              <a:t>Expected results: Error: division by zero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1A7A8F-A905-A7D1-1976-A9FF7C322D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841346" cy="4351338"/>
          </a:xfrm>
        </p:spPr>
        <p:txBody>
          <a:bodyPr>
            <a:normAutofit/>
          </a:bodyPr>
          <a:lstStyle/>
          <a:p>
            <a:r>
              <a:rPr lang="en-US" sz="1100" dirty="0"/>
              <a:t>Screen capture of unit test code: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73FA09E-F369-E8D0-105C-9D03A1AAB994}"/>
              </a:ext>
            </a:extLst>
          </p:cNvPr>
          <p:cNvSpPr txBox="1">
            <a:spLocks/>
          </p:cNvSpPr>
          <p:nvPr/>
        </p:nvSpPr>
        <p:spPr>
          <a:xfrm>
            <a:off x="5225492" y="1825625"/>
            <a:ext cx="284134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Screen capture demonstrating unit test failing: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1182D4A-909F-BFE4-5004-5E0ACCAB66EC}"/>
              </a:ext>
            </a:extLst>
          </p:cNvPr>
          <p:cNvSpPr txBox="1">
            <a:spLocks/>
          </p:cNvSpPr>
          <p:nvPr/>
        </p:nvSpPr>
        <p:spPr>
          <a:xfrm>
            <a:off x="8874296" y="1825625"/>
            <a:ext cx="284134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Screen capture of code changes highlighted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3D30A60B-8C3B-E18C-7CC2-338FF1ED6D36}"/>
              </a:ext>
            </a:extLst>
          </p:cNvPr>
          <p:cNvSpPr txBox="1">
            <a:spLocks/>
          </p:cNvSpPr>
          <p:nvPr/>
        </p:nvSpPr>
        <p:spPr>
          <a:xfrm>
            <a:off x="879958" y="4067250"/>
            <a:ext cx="2841346" cy="19475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Screen capture demonstrating unit test passing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1793464F-65F7-108D-C35F-0CC05E27452A}"/>
              </a:ext>
            </a:extLst>
          </p:cNvPr>
          <p:cNvSpPr txBox="1">
            <a:spLocks/>
          </p:cNvSpPr>
          <p:nvPr/>
        </p:nvSpPr>
        <p:spPr>
          <a:xfrm>
            <a:off x="6417390" y="4067250"/>
            <a:ext cx="2841346" cy="19475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Screen capture illustrating all previous unit tests still pass after code changes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D1B8F11-20BD-4435-32DC-035DCB829C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472" y="2512990"/>
            <a:ext cx="4463086" cy="4334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8BB8AD1-4229-8ACD-8617-B1D10FAD8C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2865" y="2298878"/>
            <a:ext cx="3187435" cy="148938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F536156-0DE4-13E7-19DC-5A38E7CF71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9465" y="2512990"/>
            <a:ext cx="3525651" cy="59046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5E0AFC5-EFD1-F9F8-F2CA-A47C4A6A29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6684" y="4508437"/>
            <a:ext cx="3507767" cy="194315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B870683-104C-2CB7-1B10-D611F3830B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358" y="5133885"/>
            <a:ext cx="4782217" cy="371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44989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18765-7B02-E3E9-FE46-6E48DE614E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TODO: Mahad rest of tests in doc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DBA011-EA76-E9B3-4254-68C14D92BE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9490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c6131e55-4a54-4895-b07c-8d9f3ac10b32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90A04FE8FC10844A6F7D9CA5BA60BD8" ma:contentTypeVersion="9" ma:contentTypeDescription="Create a new document." ma:contentTypeScope="" ma:versionID="eaf6df075222235727ce710bd357b586">
  <xsd:schema xmlns:xsd="http://www.w3.org/2001/XMLSchema" xmlns:xs="http://www.w3.org/2001/XMLSchema" xmlns:p="http://schemas.microsoft.com/office/2006/metadata/properties" xmlns:ns3="c6131e55-4a54-4895-b07c-8d9f3ac10b32" targetNamespace="http://schemas.microsoft.com/office/2006/metadata/properties" ma:root="true" ma:fieldsID="e9eb41af6dbb7f22ff708596a319a6bc" ns3:_="">
    <xsd:import namespace="c6131e55-4a54-4895-b07c-8d9f3ac10b32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6131e55-4a54-4895-b07c-8d9f3ac10b32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23D0083-F0B6-4A1E-B478-BAA1278739AE}">
  <ds:schemaRefs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purl.org/dc/terms/"/>
    <ds:schemaRef ds:uri="c6131e55-4a54-4895-b07c-8d9f3ac10b32"/>
    <ds:schemaRef ds:uri="http://purl.org/dc/elements/1.1/"/>
    <ds:schemaRef ds:uri="http://schemas.microsoft.com/office/infopath/2007/PartnerControl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1EEBBC9E-535F-4EDB-B3EC-58C626FFDDC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99D53C1-9495-4F8D-B9DC-745B01E9E74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6131e55-4a54-4895-b07c-8d9f3ac10b3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743</Words>
  <Application>Microsoft Office PowerPoint</Application>
  <PresentationFormat>Widescreen</PresentationFormat>
  <Paragraphs>65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STZhongsong</vt:lpstr>
      <vt:lpstr>Aptos</vt:lpstr>
      <vt:lpstr>Aptos Display</vt:lpstr>
      <vt:lpstr>Arial</vt:lpstr>
      <vt:lpstr>Office Theme</vt:lpstr>
      <vt:lpstr>ECSE 428  Assignment A TDD Steps</vt:lpstr>
      <vt:lpstr>Test ID: T-PUSH-REAL1 Statement of unit test: Verify that pushing a real number onto the stack and popping it returns the same number. Expected results: 5 + j0</vt:lpstr>
      <vt:lpstr>Test ID: T-POP-ERR1 Statement of unit test: Verify that popping from an empty stack produces a stack underflow error. Expected results: Error: stack underflow </vt:lpstr>
      <vt:lpstr>Test ID: T-ADD-REAL1 Statement of unit test: Verify that adding two real numbers (2 and 5) returns the correct result. Expected results: 7 + j0</vt:lpstr>
      <vt:lpstr>Test ID: T-ADD-ERR1 Statement of unit test: Verify that adding numbers when the stack contains fewer than two operands produces a stack underflow error. Expected results: Error: stack underflow</vt:lpstr>
      <vt:lpstr>Test ID: T-SUB-REAL1 Statement of unit test: Verify that subtracting 2 from 5 returns the correct result. Expected results: 3 + j0</vt:lpstr>
      <vt:lpstr>Test ID: T-SUB-ERR1 Statement of unit test: Verify that subtracting when the stack contains fewer than two operands produces a stack underflow error. Expected results: Error: stack underflow</vt:lpstr>
      <vt:lpstr>Test ID: T-MUL-REAL1 Statement of unit test: Verify that multiplying 3 by -2 returns the correct result. Expected results: -6 + j0</vt:lpstr>
      <vt:lpstr>Test ID: T-MUL-ERR1 Statement of unit test: Verify that multiplying when the stack contains fewer than two operands produces a stack underflow error. Expected results: Error: stack underflow</vt:lpstr>
      <vt:lpstr>Test ID: T-DIV-REAL1 Statement of unit test: Verify that dividing 8 by 2 returns the correct result. Expected results: 4 + j0</vt:lpstr>
      <vt:lpstr>Test ID: T-DIV-ERR1 Statement of unit test: Verify that dividing a real number by zero produces a division-by-zero error. Expected results: Error: division by zero</vt:lpstr>
      <vt:lpstr>TODO: Mahad rest of tests in doc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Yanni Klironomos</dc:creator>
  <cp:lastModifiedBy>Yanni Klironomos</cp:lastModifiedBy>
  <cp:revision>18</cp:revision>
  <dcterms:created xsi:type="dcterms:W3CDTF">2026-10-11T22:40:44Z</dcterms:created>
  <dcterms:modified xsi:type="dcterms:W3CDTF">2026-10-12T00:22:43Z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0x010100190A04FE8FC10844A6F7D9CA5BA60BD8</vt:lpwstr>
  </property>
</Properties>
</file>